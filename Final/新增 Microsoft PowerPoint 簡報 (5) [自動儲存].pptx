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28" autoAdjust="0"/>
    <p:restoredTop sz="94660"/>
  </p:normalViewPr>
  <p:slideViewPr>
    <p:cSldViewPr>
      <p:cViewPr varScale="1">
        <p:scale>
          <a:sx n="88" d="100"/>
          <a:sy n="88" d="100"/>
        </p:scale>
        <p:origin x="552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BEAD13-0566-4C6C-97E7-55F17F24B09F}" type="datetimeFigureOut">
              <a:rPr lang="zh-TW" altLang="en-US" smtClean="0"/>
              <a:t>2026/2/8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865" y="1089865"/>
            <a:ext cx="2491256" cy="4905858"/>
          </a:xfrm>
          <a:prstGeom prst="rect">
            <a:avLst/>
          </a:prstGeom>
        </p:spPr>
      </p:pic>
      <p:sp>
        <p:nvSpPr>
          <p:cNvPr id="5" name="文字方塊 4"/>
          <p:cNvSpPr txBox="1"/>
          <p:nvPr/>
        </p:nvSpPr>
        <p:spPr>
          <a:xfrm>
            <a:off x="136523" y="265979"/>
            <a:ext cx="2419252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zh-TW" altLang="en-US" b="1" dirty="0" smtClean="0">
                <a:solidFill>
                  <a:srgbClr val="FF0000"/>
                </a:solidFill>
              </a:rPr>
              <a:t>本機 </a:t>
            </a:r>
            <a:r>
              <a:rPr lang="en-US" altLang="zh-TW" b="1" dirty="0" err="1" smtClean="0">
                <a:solidFill>
                  <a:srgbClr val="FF0000"/>
                </a:solidFill>
              </a:rPr>
              <a:t>Phonmain</a:t>
            </a:r>
            <a:r>
              <a:rPr lang="en-US" altLang="zh-TW" b="1" dirty="0" smtClean="0">
                <a:solidFill>
                  <a:srgbClr val="FF0000"/>
                </a:solidFill>
              </a:rPr>
              <a:t> </a:t>
            </a:r>
            <a:r>
              <a:rPr lang="zh-TW" altLang="en-US" b="1" dirty="0" smtClean="0">
                <a:solidFill>
                  <a:srgbClr val="FF0000"/>
                </a:solidFill>
              </a:rPr>
              <a:t>根目錄</a:t>
            </a:r>
            <a:endParaRPr lang="zh-TW" altLang="en-US" b="1" dirty="0">
              <a:solidFill>
                <a:srgbClr val="FF0000"/>
              </a:solidFill>
            </a:endParaRPr>
          </a:p>
        </p:txBody>
      </p:sp>
      <p:cxnSp>
        <p:nvCxnSpPr>
          <p:cNvPr id="8" name="肘形接點 7"/>
          <p:cNvCxnSpPr/>
          <p:nvPr/>
        </p:nvCxnSpPr>
        <p:spPr>
          <a:xfrm flipV="1">
            <a:off x="1515339" y="966845"/>
            <a:ext cx="2160239" cy="378112"/>
          </a:xfrm>
          <a:prstGeom prst="bentConnector3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/>
          <p:cNvCxnSpPr/>
          <p:nvPr/>
        </p:nvCxnSpPr>
        <p:spPr>
          <a:xfrm>
            <a:off x="1347138" y="1732853"/>
            <a:ext cx="1263819" cy="89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/>
          <p:cNvCxnSpPr/>
          <p:nvPr/>
        </p:nvCxnSpPr>
        <p:spPr>
          <a:xfrm>
            <a:off x="1491154" y="2514925"/>
            <a:ext cx="57606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/>
          <p:cNvSpPr txBox="1"/>
          <p:nvPr/>
        </p:nvSpPr>
        <p:spPr>
          <a:xfrm>
            <a:off x="2051720" y="2299263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 smtClean="0"/>
              <a:t>/</a:t>
            </a:r>
            <a:r>
              <a:rPr lang="en-US" altLang="zh-TW" b="1" dirty="0" err="1" smtClean="0"/>
              <a:t>liff</a:t>
            </a:r>
            <a:endParaRPr lang="zh-TW" altLang="en-US" b="1" dirty="0"/>
          </a:p>
        </p:txBody>
      </p:sp>
      <p:cxnSp>
        <p:nvCxnSpPr>
          <p:cNvPr id="28" name="肘形接點 27"/>
          <p:cNvCxnSpPr/>
          <p:nvPr/>
        </p:nvCxnSpPr>
        <p:spPr>
          <a:xfrm>
            <a:off x="1732240" y="3317771"/>
            <a:ext cx="2877489" cy="1007685"/>
          </a:xfrm>
          <a:prstGeom prst="bentConnector3">
            <a:avLst>
              <a:gd name="adj1" fmla="val 26545"/>
            </a:avLst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單箭頭接點 33"/>
          <p:cNvCxnSpPr/>
          <p:nvPr/>
        </p:nvCxnSpPr>
        <p:spPr>
          <a:xfrm>
            <a:off x="1043608" y="781779"/>
            <a:ext cx="0" cy="3286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/>
          <p:cNvCxnSpPr/>
          <p:nvPr/>
        </p:nvCxnSpPr>
        <p:spPr>
          <a:xfrm>
            <a:off x="1551037" y="2924944"/>
            <a:ext cx="110362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圖片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3249" y="239624"/>
            <a:ext cx="1502825" cy="1059886"/>
          </a:xfrm>
          <a:prstGeom prst="rect">
            <a:avLst/>
          </a:prstGeom>
        </p:spPr>
      </p:pic>
      <p:pic>
        <p:nvPicPr>
          <p:cNvPr id="21" name="圖片 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662" y="1299510"/>
            <a:ext cx="1577463" cy="960818"/>
          </a:xfrm>
          <a:prstGeom prst="rect">
            <a:avLst/>
          </a:prstGeom>
        </p:spPr>
      </p:pic>
      <p:cxnSp>
        <p:nvCxnSpPr>
          <p:cNvPr id="26" name="肘形接點 25"/>
          <p:cNvCxnSpPr/>
          <p:nvPr/>
        </p:nvCxnSpPr>
        <p:spPr>
          <a:xfrm flipV="1">
            <a:off x="2610957" y="1527603"/>
            <a:ext cx="4049275" cy="956328"/>
          </a:xfrm>
          <a:prstGeom prst="bentConnector3">
            <a:avLst>
              <a:gd name="adj1" fmla="val 4516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肘形接點 40"/>
          <p:cNvCxnSpPr>
            <a:endCxn id="42" idx="1"/>
          </p:cNvCxnSpPr>
          <p:nvPr/>
        </p:nvCxnSpPr>
        <p:spPr>
          <a:xfrm>
            <a:off x="1347138" y="3772930"/>
            <a:ext cx="1271010" cy="1205152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圖片 4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8148" y="4498035"/>
            <a:ext cx="1470143" cy="960094"/>
          </a:xfrm>
          <a:prstGeom prst="rect">
            <a:avLst/>
          </a:prstGeom>
        </p:spPr>
      </p:pic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8704" y="2545244"/>
            <a:ext cx="1524792" cy="1696458"/>
          </a:xfrm>
          <a:prstGeom prst="rect">
            <a:avLst/>
          </a:prstGeom>
        </p:spPr>
      </p:pic>
      <p:pic>
        <p:nvPicPr>
          <p:cNvPr id="10" name="圖片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5762" y="1964695"/>
            <a:ext cx="1839455" cy="4465729"/>
          </a:xfrm>
          <a:prstGeom prst="rect">
            <a:avLst/>
          </a:prstGeom>
        </p:spPr>
      </p:pic>
      <p:pic>
        <p:nvPicPr>
          <p:cNvPr id="11" name="圖片 10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788" y="429733"/>
            <a:ext cx="2209716" cy="3343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31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0"/>
            <a:ext cx="49685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5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150"/>
          <a:stretch/>
        </p:blipFill>
        <p:spPr>
          <a:xfrm>
            <a:off x="0" y="0"/>
            <a:ext cx="6483072" cy="4750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836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20" y="1282193"/>
            <a:ext cx="2106807" cy="3312368"/>
          </a:xfrm>
          <a:prstGeom prst="rect">
            <a:avLst/>
          </a:prstGeom>
        </p:spPr>
      </p:pic>
      <p:sp>
        <p:nvSpPr>
          <p:cNvPr id="5" name="文字方塊 4"/>
          <p:cNvSpPr txBox="1"/>
          <p:nvPr/>
        </p:nvSpPr>
        <p:spPr>
          <a:xfrm>
            <a:off x="407177" y="116632"/>
            <a:ext cx="2880917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zh-TW" altLang="en-US" b="1" dirty="0" smtClean="0">
                <a:solidFill>
                  <a:srgbClr val="FF0000"/>
                </a:solidFill>
              </a:rPr>
              <a:t>本機 </a:t>
            </a:r>
            <a:r>
              <a:rPr lang="en-US" altLang="zh-TW" b="1" dirty="0" err="1" smtClean="0">
                <a:solidFill>
                  <a:srgbClr val="FF0000"/>
                </a:solidFill>
              </a:rPr>
              <a:t>Phonmain</a:t>
            </a:r>
            <a:r>
              <a:rPr lang="en-US" altLang="zh-TW" b="1" dirty="0" smtClean="0">
                <a:solidFill>
                  <a:srgbClr val="FF0000"/>
                </a:solidFill>
              </a:rPr>
              <a:t> </a:t>
            </a:r>
            <a:r>
              <a:rPr lang="zh-TW" altLang="en-US" b="1" dirty="0" smtClean="0">
                <a:solidFill>
                  <a:srgbClr val="FF0000"/>
                </a:solidFill>
              </a:rPr>
              <a:t>根目錄架構</a:t>
            </a:r>
            <a:endParaRPr lang="zh-TW" altLang="en-US" b="1" dirty="0">
              <a:solidFill>
                <a:srgbClr val="FF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8749" y="686021"/>
            <a:ext cx="1186719" cy="539417"/>
          </a:xfrm>
          <a:prstGeom prst="rect">
            <a:avLst/>
          </a:prstGeom>
        </p:spPr>
      </p:pic>
      <p:cxnSp>
        <p:nvCxnSpPr>
          <p:cNvPr id="8" name="肘形接點 7"/>
          <p:cNvCxnSpPr>
            <a:endCxn id="6" idx="1"/>
          </p:cNvCxnSpPr>
          <p:nvPr/>
        </p:nvCxnSpPr>
        <p:spPr>
          <a:xfrm flipV="1">
            <a:off x="971600" y="955730"/>
            <a:ext cx="2697149" cy="730939"/>
          </a:xfrm>
          <a:prstGeom prst="bentConnector3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/>
          <p:cNvCxnSpPr/>
          <p:nvPr/>
        </p:nvCxnSpPr>
        <p:spPr>
          <a:xfrm>
            <a:off x="971599" y="2689285"/>
            <a:ext cx="230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肘形接點 27"/>
          <p:cNvCxnSpPr>
            <a:endCxn id="29" idx="1"/>
          </p:cNvCxnSpPr>
          <p:nvPr/>
        </p:nvCxnSpPr>
        <p:spPr>
          <a:xfrm>
            <a:off x="1170661" y="2938377"/>
            <a:ext cx="4455738" cy="1534730"/>
          </a:xfrm>
          <a:prstGeom prst="bentConnector3">
            <a:avLst>
              <a:gd name="adj1" fmla="val 42671"/>
            </a:avLst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圖片 2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071" y="3201877"/>
            <a:ext cx="1128567" cy="759613"/>
          </a:xfrm>
          <a:prstGeom prst="rect">
            <a:avLst/>
          </a:prstGeom>
        </p:spPr>
      </p:pic>
      <p:cxnSp>
        <p:nvCxnSpPr>
          <p:cNvPr id="32" name="肘形接點 31"/>
          <p:cNvCxnSpPr/>
          <p:nvPr/>
        </p:nvCxnSpPr>
        <p:spPr>
          <a:xfrm>
            <a:off x="804040" y="3143379"/>
            <a:ext cx="991949" cy="451444"/>
          </a:xfrm>
          <a:prstGeom prst="bentConnector3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單箭頭接點 33"/>
          <p:cNvCxnSpPr/>
          <p:nvPr/>
        </p:nvCxnSpPr>
        <p:spPr>
          <a:xfrm>
            <a:off x="1170661" y="589400"/>
            <a:ext cx="1421" cy="5722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/>
          <p:cNvSpPr/>
          <p:nvPr/>
        </p:nvSpPr>
        <p:spPr>
          <a:xfrm>
            <a:off x="207793" y="2029848"/>
            <a:ext cx="1953164" cy="2661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2" name="圖片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7468" y="1960545"/>
            <a:ext cx="1369100" cy="1113009"/>
          </a:xfrm>
          <a:prstGeom prst="rect">
            <a:avLst/>
          </a:prstGeom>
        </p:spPr>
      </p:pic>
      <p:pic>
        <p:nvPicPr>
          <p:cNvPr id="11" name="圖片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227" y="1210090"/>
            <a:ext cx="1140649" cy="694759"/>
          </a:xfrm>
          <a:prstGeom prst="rect">
            <a:avLst/>
          </a:prstGeom>
        </p:spPr>
      </p:pic>
      <p:cxnSp>
        <p:nvCxnSpPr>
          <p:cNvPr id="20" name="肘形接點 19"/>
          <p:cNvCxnSpPr/>
          <p:nvPr/>
        </p:nvCxnSpPr>
        <p:spPr>
          <a:xfrm flipV="1">
            <a:off x="827584" y="1582886"/>
            <a:ext cx="1963643" cy="347379"/>
          </a:xfrm>
          <a:prstGeom prst="bentConnector3">
            <a:avLst>
              <a:gd name="adj1" fmla="val 843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肘形接點 23"/>
          <p:cNvCxnSpPr/>
          <p:nvPr/>
        </p:nvCxnSpPr>
        <p:spPr>
          <a:xfrm flipV="1">
            <a:off x="3668749" y="1567333"/>
            <a:ext cx="2190848" cy="523682"/>
          </a:xfrm>
          <a:prstGeom prst="bentConnector3">
            <a:avLst>
              <a:gd name="adj1" fmla="val 50000"/>
            </a:avLst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圖片 2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9597" y="485964"/>
            <a:ext cx="1952907" cy="1773450"/>
          </a:xfrm>
          <a:prstGeom prst="rect">
            <a:avLst/>
          </a:prstGeom>
        </p:spPr>
      </p:pic>
      <p:pic>
        <p:nvPicPr>
          <p:cNvPr id="29" name="圖片 2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6399" y="2601309"/>
            <a:ext cx="1804764" cy="3743596"/>
          </a:xfrm>
          <a:prstGeom prst="rect">
            <a:avLst/>
          </a:prstGeom>
        </p:spPr>
      </p:pic>
      <p:sp>
        <p:nvSpPr>
          <p:cNvPr id="38" name="矩形 37"/>
          <p:cNvSpPr/>
          <p:nvPr/>
        </p:nvSpPr>
        <p:spPr>
          <a:xfrm>
            <a:off x="207793" y="5063505"/>
            <a:ext cx="492778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zh-TW" altLang="zh-TW" sz="1200" b="1" kern="100" dirty="0">
                <a:latin typeface="Calibri" panose="020F0502020204030204" pitchFamily="34" charset="0"/>
                <a:cs typeface="Times New Roman" panose="02020603050405020304" pitchFamily="18" charset="0"/>
              </a:rPr>
              <a:t>管理端頁面：</a:t>
            </a:r>
            <a:r>
              <a:rPr lang="en-US" altLang="zh-TW" sz="1200" b="1" kern="100" dirty="0">
                <a:latin typeface="Calibri" panose="020F0502020204030204" pitchFamily="34" charset="0"/>
                <a:cs typeface="Times New Roman" panose="02020603050405020304" pitchFamily="18" charset="0"/>
              </a:rPr>
              <a:t> https://my-liff-site.onrender.com/liff-product-admin.html</a:t>
            </a:r>
            <a:endParaRPr lang="zh-TW" altLang="zh-TW" sz="1200" kern="100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zh-TW" altLang="zh-TW" sz="1200" b="1" kern="100" dirty="0">
                <a:latin typeface="Calibri" panose="020F0502020204030204" pitchFamily="34" charset="0"/>
                <a:cs typeface="Times New Roman" panose="02020603050405020304" pitchFamily="18" charset="0"/>
              </a:rPr>
              <a:t>買家端頁面：</a:t>
            </a:r>
            <a:r>
              <a:rPr lang="en-US" altLang="zh-TW" sz="1200" b="1" kern="100" dirty="0">
                <a:latin typeface="Calibri" panose="020F0502020204030204" pitchFamily="34" charset="0"/>
                <a:cs typeface="Times New Roman" panose="02020603050405020304" pitchFamily="18" charset="0"/>
              </a:rPr>
              <a:t> https://my-liff-site.onrender.com/liff-buyer-orders.html</a:t>
            </a:r>
            <a:endParaRPr lang="zh-TW" altLang="zh-TW" sz="1200" kern="1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185751" y="4715100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u="sng" dirty="0">
                <a:solidFill>
                  <a:srgbClr val="FF0000"/>
                </a:solidFill>
              </a:rPr>
              <a:t>靜態網址</a:t>
            </a:r>
          </a:p>
        </p:txBody>
      </p:sp>
      <p:sp>
        <p:nvSpPr>
          <p:cNvPr id="42" name="矩形 41"/>
          <p:cNvSpPr/>
          <p:nvPr/>
        </p:nvSpPr>
        <p:spPr>
          <a:xfrm>
            <a:off x="207793" y="5506635"/>
            <a:ext cx="16834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u="sng" dirty="0">
                <a:solidFill>
                  <a:srgbClr val="FF0000"/>
                </a:solidFill>
                <a:latin typeface="-apple-system"/>
              </a:rPr>
              <a:t>Public repository</a:t>
            </a:r>
            <a:endParaRPr lang="zh-TW" altLang="en-US" b="1" u="sng" dirty="0">
              <a:solidFill>
                <a:srgbClr val="FF0000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278665" y="5947373"/>
            <a:ext cx="16994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200" b="1" kern="100" dirty="0" smtClean="0">
                <a:solidFill>
                  <a:prstClr val="black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liff-buyer-orders.html</a:t>
            </a:r>
          </a:p>
          <a:p>
            <a:pPr lvl="0"/>
            <a:r>
              <a:rPr lang="en-US" altLang="zh-TW" sz="1200" b="1" kern="100" dirty="0" smtClean="0">
                <a:solidFill>
                  <a:prstClr val="black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liff-product-admin.html</a:t>
            </a:r>
            <a:endParaRPr lang="en-US" altLang="zh-TW" sz="1200" b="1" kern="100" dirty="0">
              <a:solidFill>
                <a:prstClr val="black"/>
              </a:solidFill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en-US" altLang="zh-TW" sz="1200" b="1" kern="100" dirty="0" smtClean="0">
                <a:solidFill>
                  <a:prstClr val="black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liff-shipping.html</a:t>
            </a:r>
            <a:endParaRPr lang="en-US" altLang="zh-TW" sz="1200" b="1" kern="100" dirty="0">
              <a:solidFill>
                <a:prstClr val="black"/>
              </a:solidFill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120920" y="4715100"/>
            <a:ext cx="5014657" cy="81007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矩形 44"/>
          <p:cNvSpPr/>
          <p:nvPr/>
        </p:nvSpPr>
        <p:spPr>
          <a:xfrm>
            <a:off x="104942" y="5584864"/>
            <a:ext cx="1873163" cy="10088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3569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1295"/>
          <a:stretch/>
        </p:blipFill>
        <p:spPr>
          <a:xfrm>
            <a:off x="8549" y="-32732"/>
            <a:ext cx="5136591" cy="2520280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50" y="2487547"/>
            <a:ext cx="5179722" cy="4329145"/>
          </a:xfrm>
          <a:prstGeom prst="rect">
            <a:avLst/>
          </a:prstGeom>
        </p:spPr>
      </p:pic>
      <p:cxnSp>
        <p:nvCxnSpPr>
          <p:cNvPr id="7" name="肘形接點 6"/>
          <p:cNvCxnSpPr>
            <a:stCxn id="11" idx="2"/>
          </p:cNvCxnSpPr>
          <p:nvPr/>
        </p:nvCxnSpPr>
        <p:spPr>
          <a:xfrm rot="5400000">
            <a:off x="1601670" y="1646802"/>
            <a:ext cx="1008112" cy="972108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1475656" y="1268760"/>
            <a:ext cx="2232248" cy="36004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5367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6877"/>
            <a:ext cx="7790476" cy="2066667"/>
          </a:xfrm>
          <a:prstGeom prst="rect">
            <a:avLst/>
          </a:prstGeom>
        </p:spPr>
      </p:pic>
      <p:sp>
        <p:nvSpPr>
          <p:cNvPr id="5" name="文字方塊 4"/>
          <p:cNvSpPr txBox="1"/>
          <p:nvPr/>
        </p:nvSpPr>
        <p:spPr>
          <a:xfrm>
            <a:off x="251520" y="2204864"/>
            <a:ext cx="787908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一般大多數版主都是從</a:t>
            </a:r>
            <a:r>
              <a:rPr lang="en-US" altLang="zh-TW" dirty="0"/>
              <a:t>Line </a:t>
            </a:r>
            <a:r>
              <a:rPr lang="zh-TW" altLang="en-US" dirty="0"/>
              <a:t>直接</a:t>
            </a:r>
            <a:r>
              <a:rPr lang="en-US" altLang="zh-TW" dirty="0"/>
              <a:t>PO</a:t>
            </a:r>
            <a:r>
              <a:rPr lang="zh-TW" altLang="en-US" dirty="0"/>
              <a:t>商品在記事本內</a:t>
            </a:r>
            <a:r>
              <a:rPr lang="en-US" altLang="zh-TW" dirty="0"/>
              <a:t>,</a:t>
            </a:r>
            <a:r>
              <a:rPr lang="zh-TW" altLang="en-US" dirty="0" smtClean="0"/>
              <a:t>只會修改</a:t>
            </a:r>
            <a:r>
              <a:rPr lang="zh-TW" altLang="en-US" dirty="0"/>
              <a:t>到價錢及結單日</a:t>
            </a:r>
            <a:endParaRPr lang="en-US" altLang="zh-TW" dirty="0"/>
          </a:p>
          <a:p>
            <a:r>
              <a:rPr lang="zh-TW" altLang="en-US" dirty="0" smtClean="0"/>
              <a:t>以這套系統來看</a:t>
            </a:r>
            <a:r>
              <a:rPr lang="en-US" altLang="zh-TW" dirty="0" smtClean="0"/>
              <a:t>,</a:t>
            </a:r>
            <a:r>
              <a:rPr lang="zh-TW" altLang="en-US" dirty="0" smtClean="0"/>
              <a:t>則需要開啓</a:t>
            </a:r>
            <a:r>
              <a:rPr lang="en-US" altLang="zh-TW" dirty="0" smtClean="0"/>
              <a:t>Google sheet</a:t>
            </a:r>
            <a:r>
              <a:rPr lang="zh-TW" altLang="en-US" dirty="0" smtClean="0"/>
              <a:t>並將商品建立在</a:t>
            </a:r>
            <a:r>
              <a:rPr lang="en-US" altLang="zh-TW" dirty="0" smtClean="0"/>
              <a:t>Products sheet</a:t>
            </a:r>
            <a:r>
              <a:rPr lang="zh-TW" altLang="en-US" dirty="0" smtClean="0"/>
              <a:t>內</a:t>
            </a:r>
            <a:endParaRPr lang="en-US" altLang="zh-TW" dirty="0" smtClean="0"/>
          </a:p>
          <a:p>
            <a:r>
              <a:rPr lang="zh-TW" altLang="en-US" dirty="0" smtClean="0"/>
              <a:t>目前於</a:t>
            </a:r>
            <a:r>
              <a:rPr lang="en-US" altLang="zh-TW" dirty="0" smtClean="0"/>
              <a:t>Products Sheet</a:t>
            </a:r>
            <a:r>
              <a:rPr lang="zh-TW" altLang="en-US" dirty="0" smtClean="0"/>
              <a:t>內要手動輸入的欄位為</a:t>
            </a:r>
            <a:r>
              <a:rPr lang="en-US" altLang="zh-TW" dirty="0" smtClean="0"/>
              <a:t>A,B,C,D,F</a:t>
            </a:r>
          </a:p>
          <a:p>
            <a:r>
              <a:rPr lang="en-US" altLang="zh-TW" dirty="0" smtClean="0"/>
              <a:t>1) </a:t>
            </a:r>
            <a:r>
              <a:rPr lang="zh-TW" altLang="en-US" dirty="0" smtClean="0"/>
              <a:t>是否有</a:t>
            </a:r>
            <a:endParaRPr lang="en-US" altLang="zh-TW" dirty="0" smtClean="0"/>
          </a:p>
          <a:p>
            <a:r>
              <a:rPr lang="zh-TW" altLang="en-US" dirty="0" smtClean="0"/>
              <a:t>商品代碼是否可以由系統產生</a:t>
            </a:r>
            <a:r>
              <a:rPr lang="en-US" altLang="zh-TW" dirty="0" smtClean="0"/>
              <a:t>,</a:t>
            </a:r>
            <a:r>
              <a:rPr lang="zh-TW" altLang="en-US" dirty="0" smtClean="0"/>
              <a:t>這樣版主可以不用想代碼或輸入到重覆的代碼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5418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 rotWithShape="1">
          <a:blip r:embed="rId2"/>
          <a:srcRect b="12201"/>
          <a:stretch/>
        </p:blipFill>
        <p:spPr>
          <a:xfrm>
            <a:off x="4747036" y="5146"/>
            <a:ext cx="4396964" cy="5328592"/>
          </a:xfrm>
          <a:prstGeom prst="rect">
            <a:avLst/>
          </a:prstGeom>
        </p:spPr>
      </p:pic>
      <p:pic>
        <p:nvPicPr>
          <p:cNvPr id="3" name="圖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20888"/>
            <a:ext cx="4175448" cy="2635997"/>
          </a:xfrm>
          <a:prstGeom prst="rect">
            <a:avLst/>
          </a:prstGeom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480"/>
            <a:ext cx="4175448" cy="2635997"/>
          </a:xfrm>
          <a:prstGeom prst="rect">
            <a:avLst/>
          </a:prstGeom>
        </p:spPr>
      </p:pic>
      <p:sp>
        <p:nvSpPr>
          <p:cNvPr id="5" name="橢圓 4"/>
          <p:cNvSpPr/>
          <p:nvPr/>
        </p:nvSpPr>
        <p:spPr>
          <a:xfrm>
            <a:off x="1907704" y="1772816"/>
            <a:ext cx="720080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7" name="直線單箭頭接點 6"/>
          <p:cNvCxnSpPr/>
          <p:nvPr/>
        </p:nvCxnSpPr>
        <p:spPr>
          <a:xfrm flipH="1">
            <a:off x="1907704" y="2132856"/>
            <a:ext cx="360040" cy="15121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橢圓 7"/>
          <p:cNvSpPr/>
          <p:nvPr/>
        </p:nvSpPr>
        <p:spPr>
          <a:xfrm>
            <a:off x="1545407" y="3798132"/>
            <a:ext cx="720080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0" name="直線單箭頭接點 9"/>
          <p:cNvCxnSpPr/>
          <p:nvPr/>
        </p:nvCxnSpPr>
        <p:spPr>
          <a:xfrm flipV="1">
            <a:off x="2265487" y="3416238"/>
            <a:ext cx="2378521" cy="5619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圖片 11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470"/>
          <a:stretch/>
        </p:blipFill>
        <p:spPr>
          <a:xfrm>
            <a:off x="15490" y="4973503"/>
            <a:ext cx="3764421" cy="1771222"/>
          </a:xfrm>
          <a:prstGeom prst="rect">
            <a:avLst/>
          </a:prstGeom>
        </p:spPr>
      </p:pic>
      <p:sp>
        <p:nvSpPr>
          <p:cNvPr id="13" name="矩形 12"/>
          <p:cNvSpPr/>
          <p:nvPr/>
        </p:nvSpPr>
        <p:spPr>
          <a:xfrm>
            <a:off x="827584" y="4973503"/>
            <a:ext cx="1080120" cy="25569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" name="直線單箭頭接點 14"/>
          <p:cNvCxnSpPr/>
          <p:nvPr/>
        </p:nvCxnSpPr>
        <p:spPr>
          <a:xfrm>
            <a:off x="1763688" y="5209993"/>
            <a:ext cx="72008" cy="6622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4427984" y="5859114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TW" sz="1200" dirty="0" smtClean="0"/>
              <a:t>Messaging API </a:t>
            </a:r>
            <a:r>
              <a:rPr lang="zh-TW" altLang="en-US" sz="1200" dirty="0" smtClean="0"/>
              <a:t>錯誤訊息</a:t>
            </a:r>
            <a:endParaRPr lang="en-US" altLang="zh-TW" sz="1200" dirty="0" smtClean="0"/>
          </a:p>
          <a:p>
            <a:r>
              <a:rPr lang="zh-TW" altLang="en-US" sz="1200" dirty="0" smtClean="0"/>
              <a:t>您</a:t>
            </a:r>
            <a:r>
              <a:rPr lang="zh-TW" altLang="en-US" sz="1200" dirty="0"/>
              <a:t>無法再將 </a:t>
            </a:r>
            <a:r>
              <a:rPr lang="en-US" altLang="zh-TW" sz="1200" dirty="0"/>
              <a:t>LIFF </a:t>
            </a:r>
            <a:r>
              <a:rPr lang="zh-TW" altLang="en-US" sz="1200" dirty="0"/>
              <a:t>應用程式新增至 </a:t>
            </a:r>
            <a:r>
              <a:rPr lang="en-US" altLang="zh-TW" sz="1200" dirty="0"/>
              <a:t>Messaging API </a:t>
            </a:r>
            <a:r>
              <a:rPr lang="zh-TW" altLang="en-US" sz="1200" dirty="0"/>
              <a:t>通道。請改用 </a:t>
            </a:r>
            <a:r>
              <a:rPr lang="en-US" altLang="zh-TW" sz="1200" dirty="0"/>
              <a:t>LINE </a:t>
            </a:r>
            <a:r>
              <a:rPr lang="zh-TW" altLang="en-US" sz="1200" dirty="0"/>
              <a:t>登入頻道。</a:t>
            </a:r>
          </a:p>
        </p:txBody>
      </p:sp>
      <p:cxnSp>
        <p:nvCxnSpPr>
          <p:cNvPr id="18" name="直線單箭頭接點 17"/>
          <p:cNvCxnSpPr>
            <a:stCxn id="16" idx="1"/>
          </p:cNvCxnSpPr>
          <p:nvPr/>
        </p:nvCxnSpPr>
        <p:spPr>
          <a:xfrm flipH="1" flipV="1">
            <a:off x="3275856" y="5949280"/>
            <a:ext cx="1152128" cy="233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2851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1178</TotalTime>
  <Words>138</Words>
  <Application>Microsoft Office PowerPoint</Application>
  <PresentationFormat>如螢幕大小 (4:3)</PresentationFormat>
  <Paragraphs>17</Paragraphs>
  <Slides>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3" baseType="lpstr">
      <vt:lpstr>-apple-system</vt:lpstr>
      <vt:lpstr>新細明體</vt:lpstr>
      <vt:lpstr>Arial</vt:lpstr>
      <vt:lpstr>Calibri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user</dc:creator>
  <cp:lastModifiedBy>郭大立</cp:lastModifiedBy>
  <cp:revision>21</cp:revision>
  <dcterms:created xsi:type="dcterms:W3CDTF">2026-01-28T11:46:01Z</dcterms:created>
  <dcterms:modified xsi:type="dcterms:W3CDTF">2026-02-08T15:14:13Z</dcterms:modified>
</cp:coreProperties>
</file>