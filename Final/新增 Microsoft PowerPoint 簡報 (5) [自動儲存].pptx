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28" autoAdjust="0"/>
    <p:restoredTop sz="94660"/>
  </p:normalViewPr>
  <p:slideViewPr>
    <p:cSldViewPr>
      <p:cViewPr varScale="1">
        <p:scale>
          <a:sx n="88" d="100"/>
          <a:sy n="88" d="100"/>
        </p:scale>
        <p:origin x="55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122" y="5151267"/>
            <a:ext cx="1109280" cy="72442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65" y="1089865"/>
            <a:ext cx="2491256" cy="490585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36523" y="265979"/>
            <a:ext cx="241925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本機 </a:t>
            </a:r>
            <a:r>
              <a:rPr lang="en-US" altLang="zh-TW" b="1" dirty="0" err="1" smtClean="0">
                <a:solidFill>
                  <a:srgbClr val="FF0000"/>
                </a:solidFill>
              </a:rPr>
              <a:t>Phonmain</a:t>
            </a:r>
            <a:r>
              <a:rPr lang="en-US" altLang="zh-TW" b="1" dirty="0" smtClean="0">
                <a:solidFill>
                  <a:srgbClr val="FF0000"/>
                </a:solidFill>
              </a:rPr>
              <a:t> </a:t>
            </a:r>
            <a:r>
              <a:rPr lang="zh-TW" altLang="en-US" b="1" dirty="0" smtClean="0">
                <a:solidFill>
                  <a:srgbClr val="FF0000"/>
                </a:solidFill>
              </a:rPr>
              <a:t>根目錄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8" name="肘形接點 7"/>
          <p:cNvCxnSpPr/>
          <p:nvPr/>
        </p:nvCxnSpPr>
        <p:spPr>
          <a:xfrm flipV="1">
            <a:off x="1515339" y="743505"/>
            <a:ext cx="1183365" cy="601453"/>
          </a:xfrm>
          <a:prstGeom prst="bentConnector3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347138" y="1732853"/>
            <a:ext cx="1263819" cy="8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1491154" y="2514925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2051720" y="229926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/</a:t>
            </a:r>
            <a:r>
              <a:rPr lang="en-US" altLang="zh-TW" b="1" dirty="0" err="1" smtClean="0"/>
              <a:t>liff</a:t>
            </a:r>
            <a:endParaRPr lang="zh-TW" altLang="en-US" b="1" dirty="0"/>
          </a:p>
        </p:txBody>
      </p:sp>
      <p:cxnSp>
        <p:nvCxnSpPr>
          <p:cNvPr id="28" name="肘形接點 27"/>
          <p:cNvCxnSpPr/>
          <p:nvPr/>
        </p:nvCxnSpPr>
        <p:spPr>
          <a:xfrm>
            <a:off x="1732240" y="3317771"/>
            <a:ext cx="2901932" cy="1665226"/>
          </a:xfrm>
          <a:prstGeom prst="bentConnector3">
            <a:avLst>
              <a:gd name="adj1" fmla="val 31994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1043608" y="781779"/>
            <a:ext cx="0" cy="3286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551037" y="2924944"/>
            <a:ext cx="12484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860" y="193443"/>
            <a:ext cx="1253060" cy="883736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57" y="1213400"/>
            <a:ext cx="1443608" cy="879288"/>
          </a:xfrm>
          <a:prstGeom prst="rect">
            <a:avLst/>
          </a:prstGeom>
        </p:spPr>
      </p:pic>
      <p:cxnSp>
        <p:nvCxnSpPr>
          <p:cNvPr id="26" name="肘形接點 25"/>
          <p:cNvCxnSpPr/>
          <p:nvPr/>
        </p:nvCxnSpPr>
        <p:spPr>
          <a:xfrm flipV="1">
            <a:off x="2610957" y="781779"/>
            <a:ext cx="4125141" cy="1702152"/>
          </a:xfrm>
          <a:prstGeom prst="bentConnector3">
            <a:avLst>
              <a:gd name="adj1" fmla="val 368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/>
          <p:nvPr/>
        </p:nvCxnSpPr>
        <p:spPr>
          <a:xfrm>
            <a:off x="1259632" y="3757201"/>
            <a:ext cx="1692734" cy="1603388"/>
          </a:xfrm>
          <a:prstGeom prst="bentConnector3">
            <a:avLst>
              <a:gd name="adj1" fmla="val 635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圖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845" y="178365"/>
            <a:ext cx="2174064" cy="3518412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417" y="1077179"/>
            <a:ext cx="1935860" cy="5225703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520" y="2564974"/>
            <a:ext cx="1781891" cy="2413447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1" y="5921935"/>
            <a:ext cx="1940677" cy="411659"/>
          </a:xfrm>
          <a:prstGeom prst="rect">
            <a:avLst/>
          </a:prstGeom>
        </p:spPr>
      </p:pic>
      <p:cxnSp>
        <p:nvCxnSpPr>
          <p:cNvPr id="37" name="直線單箭頭接點 36"/>
          <p:cNvCxnSpPr/>
          <p:nvPr/>
        </p:nvCxnSpPr>
        <p:spPr>
          <a:xfrm>
            <a:off x="2223457" y="6160747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圖片 3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354" y="6002398"/>
            <a:ext cx="1332770" cy="3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0"/>
            <a:ext cx="4968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0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50"/>
          <a:stretch/>
        </p:blipFill>
        <p:spPr>
          <a:xfrm>
            <a:off x="0" y="0"/>
            <a:ext cx="6483072" cy="475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3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295"/>
          <a:stretch/>
        </p:blipFill>
        <p:spPr>
          <a:xfrm>
            <a:off x="8549" y="-32732"/>
            <a:ext cx="5136591" cy="252028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0" y="2487547"/>
            <a:ext cx="5179722" cy="4329145"/>
          </a:xfrm>
          <a:prstGeom prst="rect">
            <a:avLst/>
          </a:prstGeom>
        </p:spPr>
      </p:pic>
      <p:cxnSp>
        <p:nvCxnSpPr>
          <p:cNvPr id="7" name="肘形接點 6"/>
          <p:cNvCxnSpPr>
            <a:stCxn id="11" idx="2"/>
          </p:cNvCxnSpPr>
          <p:nvPr/>
        </p:nvCxnSpPr>
        <p:spPr>
          <a:xfrm rot="5400000">
            <a:off x="1601670" y="1646802"/>
            <a:ext cx="1008112" cy="97210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475656" y="1268760"/>
            <a:ext cx="223224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536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877"/>
            <a:ext cx="7790476" cy="206666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51520" y="2204864"/>
            <a:ext cx="78790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一般大多數版主都是從</a:t>
            </a:r>
            <a:r>
              <a:rPr lang="en-US" altLang="zh-TW" dirty="0"/>
              <a:t>Line </a:t>
            </a:r>
            <a:r>
              <a:rPr lang="zh-TW" altLang="en-US" dirty="0"/>
              <a:t>直接</a:t>
            </a:r>
            <a:r>
              <a:rPr lang="en-US" altLang="zh-TW" dirty="0"/>
              <a:t>PO</a:t>
            </a:r>
            <a:r>
              <a:rPr lang="zh-TW" altLang="en-US" dirty="0"/>
              <a:t>商品在記事本內</a:t>
            </a:r>
            <a:r>
              <a:rPr lang="en-US" altLang="zh-TW" dirty="0"/>
              <a:t>,</a:t>
            </a:r>
            <a:r>
              <a:rPr lang="zh-TW" altLang="en-US" dirty="0" smtClean="0"/>
              <a:t>只會修改</a:t>
            </a:r>
            <a:r>
              <a:rPr lang="zh-TW" altLang="en-US" dirty="0"/>
              <a:t>到價錢及結單日</a:t>
            </a:r>
            <a:endParaRPr lang="en-US" altLang="zh-TW" dirty="0"/>
          </a:p>
          <a:p>
            <a:r>
              <a:rPr lang="zh-TW" altLang="en-US" dirty="0" smtClean="0"/>
              <a:t>以這套系統來看</a:t>
            </a:r>
            <a:r>
              <a:rPr lang="en-US" altLang="zh-TW" dirty="0" smtClean="0"/>
              <a:t>,</a:t>
            </a:r>
            <a:r>
              <a:rPr lang="zh-TW" altLang="en-US" dirty="0" smtClean="0"/>
              <a:t>則需要開啓</a:t>
            </a:r>
            <a:r>
              <a:rPr lang="en-US" altLang="zh-TW" dirty="0" smtClean="0"/>
              <a:t>Google sheet</a:t>
            </a:r>
            <a:r>
              <a:rPr lang="zh-TW" altLang="en-US" dirty="0" smtClean="0"/>
              <a:t>並將商品建立在</a:t>
            </a:r>
            <a:r>
              <a:rPr lang="en-US" altLang="zh-TW" dirty="0" smtClean="0"/>
              <a:t>Products sheet</a:t>
            </a:r>
            <a:r>
              <a:rPr lang="zh-TW" altLang="en-US" dirty="0" smtClean="0"/>
              <a:t>內</a:t>
            </a:r>
            <a:endParaRPr lang="en-US" altLang="zh-TW" dirty="0" smtClean="0"/>
          </a:p>
          <a:p>
            <a:r>
              <a:rPr lang="zh-TW" altLang="en-US" dirty="0" smtClean="0"/>
              <a:t>目前於</a:t>
            </a:r>
            <a:r>
              <a:rPr lang="en-US" altLang="zh-TW" dirty="0" smtClean="0"/>
              <a:t>Products Sheet</a:t>
            </a:r>
            <a:r>
              <a:rPr lang="zh-TW" altLang="en-US" dirty="0" smtClean="0"/>
              <a:t>內要手動輸入的欄位為</a:t>
            </a:r>
            <a:r>
              <a:rPr lang="en-US" altLang="zh-TW" dirty="0" smtClean="0"/>
              <a:t>A,B,C,D,F</a:t>
            </a:r>
          </a:p>
          <a:p>
            <a:r>
              <a:rPr lang="en-US" altLang="zh-TW" dirty="0" smtClean="0"/>
              <a:t>1) </a:t>
            </a:r>
            <a:r>
              <a:rPr lang="zh-TW" altLang="en-US" dirty="0" smtClean="0"/>
              <a:t>是否有</a:t>
            </a:r>
            <a:endParaRPr lang="en-US" altLang="zh-TW" dirty="0" smtClean="0"/>
          </a:p>
          <a:p>
            <a:r>
              <a:rPr lang="zh-TW" altLang="en-US" dirty="0" smtClean="0"/>
              <a:t>商品代碼是否可以由系統產生</a:t>
            </a:r>
            <a:r>
              <a:rPr lang="en-US" altLang="zh-TW" dirty="0" smtClean="0"/>
              <a:t>,</a:t>
            </a:r>
            <a:r>
              <a:rPr lang="zh-TW" altLang="en-US" dirty="0" smtClean="0"/>
              <a:t>這樣版主可以不用想代碼或輸入到重覆的代碼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541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/>
          <a:srcRect b="12201"/>
          <a:stretch/>
        </p:blipFill>
        <p:spPr>
          <a:xfrm>
            <a:off x="4747036" y="5146"/>
            <a:ext cx="4396964" cy="5328592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0888"/>
            <a:ext cx="4175448" cy="263599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2480"/>
            <a:ext cx="4175448" cy="2635997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1907704" y="1772816"/>
            <a:ext cx="72008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1907704" y="2132856"/>
            <a:ext cx="360040" cy="1512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1545407" y="3798132"/>
            <a:ext cx="72008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2265487" y="3416238"/>
            <a:ext cx="2378521" cy="5619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0"/>
          <a:stretch/>
        </p:blipFill>
        <p:spPr>
          <a:xfrm>
            <a:off x="15490" y="4973503"/>
            <a:ext cx="3764421" cy="177122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27584" y="4973503"/>
            <a:ext cx="1080120" cy="255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763688" y="5209993"/>
            <a:ext cx="72008" cy="662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427984" y="585911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200" dirty="0" smtClean="0"/>
              <a:t>Messaging API </a:t>
            </a:r>
            <a:r>
              <a:rPr lang="zh-TW" altLang="en-US" sz="1200" dirty="0" smtClean="0"/>
              <a:t>錯誤訊息</a:t>
            </a:r>
            <a:endParaRPr lang="en-US" altLang="zh-TW" sz="1200" dirty="0" smtClean="0"/>
          </a:p>
          <a:p>
            <a:r>
              <a:rPr lang="zh-TW" altLang="en-US" sz="1200" dirty="0" smtClean="0"/>
              <a:t>您</a:t>
            </a:r>
            <a:r>
              <a:rPr lang="zh-TW" altLang="en-US" sz="1200" dirty="0"/>
              <a:t>無法再將 </a:t>
            </a:r>
            <a:r>
              <a:rPr lang="en-US" altLang="zh-TW" sz="1200" dirty="0"/>
              <a:t>LIFF </a:t>
            </a:r>
            <a:r>
              <a:rPr lang="zh-TW" altLang="en-US" sz="1200" dirty="0"/>
              <a:t>應用程式新增至 </a:t>
            </a:r>
            <a:r>
              <a:rPr lang="en-US" altLang="zh-TW" sz="1200" dirty="0"/>
              <a:t>Messaging API </a:t>
            </a:r>
            <a:r>
              <a:rPr lang="zh-TW" altLang="en-US" sz="1200" dirty="0"/>
              <a:t>通道。請改用 </a:t>
            </a:r>
            <a:r>
              <a:rPr lang="en-US" altLang="zh-TW" sz="1200" dirty="0"/>
              <a:t>LINE </a:t>
            </a:r>
            <a:r>
              <a:rPr lang="zh-TW" altLang="en-US" sz="1200" dirty="0"/>
              <a:t>登入頻道。</a:t>
            </a:r>
          </a:p>
        </p:txBody>
      </p:sp>
      <p:cxnSp>
        <p:nvCxnSpPr>
          <p:cNvPr id="18" name="直線單箭頭接點 17"/>
          <p:cNvCxnSpPr>
            <a:stCxn id="16" idx="1"/>
          </p:cNvCxnSpPr>
          <p:nvPr/>
        </p:nvCxnSpPr>
        <p:spPr>
          <a:xfrm flipH="1" flipV="1">
            <a:off x="3275856" y="5949280"/>
            <a:ext cx="1152128" cy="23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85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827" y="0"/>
            <a:ext cx="4719173" cy="512541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19" y="1"/>
            <a:ext cx="4748432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6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109</Words>
  <Application>Microsoft Office PowerPoint</Application>
  <PresentationFormat>如螢幕大小 (4:3)</PresentationFormat>
  <Paragraphs>9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新細明體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郭大立</cp:lastModifiedBy>
  <cp:revision>23</cp:revision>
  <dcterms:created xsi:type="dcterms:W3CDTF">2026-01-28T11:46:01Z</dcterms:created>
  <dcterms:modified xsi:type="dcterms:W3CDTF">2026-02-13T14:02:13Z</dcterms:modified>
</cp:coreProperties>
</file>