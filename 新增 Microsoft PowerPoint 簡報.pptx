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65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2006/9/7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2006/9/7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2006/9/7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2006/9/7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2006/9/7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2006/9/7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2006/9/7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2006/9/7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2006/9/7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2006/9/7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2006/9/7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t>2006/9/7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dcterms:created xsi:type="dcterms:W3CDTF">2026-01-10T15:30:01Z</dcterms:created>
</cp:coreProperties>
</file>